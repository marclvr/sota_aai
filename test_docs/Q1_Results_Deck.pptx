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 2026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Omniaccess Technologies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Q1 Revenue: EUR 1,677,720</a:t>
            </a:r>
          </a:p>
          <a:p>
            <a:r>
              <a:t>vs Target: +0.5% (EUR 1,670,000)</a:t>
            </a:r>
          </a:p>
          <a:p>
            <a:r>
              <a:t>North Region: 108% of target</a:t>
            </a:r>
          </a:p>
          <a:p>
            <a:r>
              <a:t>International: 90% of target — action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TechCorp contract renewal: EUR 128,400</a:t>
            </a:r>
          </a:p>
          <a:p>
            <a:r>
              <a:t>3 new enterprise clients onboarded</a:t>
            </a:r>
          </a:p>
          <a:p>
            <a:r>
              <a:t>NPS score: 72 (up from 68 in Q4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CFO: Sarah Johnson — sarah.johnson@omniaccess-internal.com — +1 212 555 0147</a:t>
            </a:r>
          </a:p>
          <a:p>
            <a:r>
              <a:t>Controller: Luis Mora — luis.mora@omniaccess-internal.com — +34 91 555 0234</a:t>
            </a:r>
          </a:p>
          <a:p>
            <a:r>
              <a:t>AR Team: ar-team@omniaccess-internal.com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Target: EUR 1,750,000</a:t>
            </a:r>
          </a:p>
          <a:p>
            <a:r>
              <a:t>Focus: South Region recovery plan</a:t>
            </a:r>
          </a:p>
          <a:p>
            <a:r>
              <a:t>New initiative: DAVE document compliance (internal)</a:t>
            </a:r>
          </a:p>
          <a:p>
            <a:r>
              <a:t>Headcount: TBD pending HR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Q1 2026 Results</dc:title>
  <dc:subject/>
  <dc:creator>Finance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