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PRIVADAS: Contacto cliente: Roberto Fernandez, +34 699 887 766, roberto.fernandez@clienteconfidencial.com. Budget aprobado: 85.000 EUR. No mencionar en la presentacion.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Proyecto Alpha — Kickoff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Omniaccess Technologies | Junio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TBD — definir con el cliente en la proxima reunion</a:t>
            </a:r>
          </a:p>
          <a:p>
            <a:pPr/>
            <a:r>
              <a:t>Pendiente: alcance tecnico por confirmar</a:t>
            </a:r>
          </a:p>
          <a:p>
            <a:pPr/>
            <a:r>
              <a:t>Reducir tiempo de procesamiento documental en un X%</a:t>
            </a:r>
          </a:p>
          <a:p>
            <a:pPr/>
            <a:r>
              <a:t>Integracion con SharePoint corporativo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Equipo del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Project Manager: Maria Gonzalez</a:t>
            </a:r>
          </a:p>
          <a:p>
            <a:pPr/>
            <a:r>
              <a:t>Tech Lead: Nacho Perez</a:t>
            </a:r>
          </a:p>
          <a:p>
            <a:pPr/>
            <a:r>
              <a:t>Backend: Luca, Augusto</a:t>
            </a:r>
          </a:p>
          <a:p>
            <a:pPr/>
            <a:r>
              <a:t>Frontend: Marc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Fase 1 (Junio): Setup e infraestructura — TODO: confirmar fechas</a:t>
            </a:r>
          </a:p>
          <a:p>
            <a:pPr/>
            <a:r>
              <a:t>Fase 2 (Julio): Desarrollo core — A definir</a:t>
            </a:r>
          </a:p>
          <a:p>
            <a:pPr/>
            <a:r>
              <a:t>Fase 3 (Agosto): Testing y QA — Pendiente de recursos</a:t>
            </a:r>
          </a:p>
          <a:p>
            <a:pPr/>
            <a:r>
              <a:t>Go-live: TBD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Firmar NDA con el cliente (responsable: PENDIENTE)</a:t>
            </a:r>
          </a:p>
          <a:p>
            <a:pPr/>
            <a:r>
              <a:t>Configurar entornos de desarrollo</a:t>
            </a:r>
          </a:p>
          <a:p>
            <a:pPr/>
            <a:r>
              <a:t>Primera demo: fecha TBD</a:t>
            </a:r>
          </a:p>
          <a:p>
            <a:pPr/>
            <a:r>
              <a:t>Kick-off tecnico interno: esta semana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Kickoff Proyecto Alpha</dc:title>
  <dc:subject/>
  <dc:creator>Maria Gonzalez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