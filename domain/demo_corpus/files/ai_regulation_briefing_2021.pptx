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Ethics &amp; Regulation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Prepared: October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AI Act (2021 draft) — risk-based approach</a:t>
            </a:r>
          </a:p>
          <a:p>
            <a:r>
              <a:t>Draft AI Regulation requires high-risk system documentation</a:t>
            </a:r>
          </a:p>
          <a:p>
            <a:r>
              <a:t>AI Act proposal 2021: Article 13 transparency requirements</a:t>
            </a:r>
          </a:p>
          <a:p>
            <a:r>
              <a:t>GDPR intersection with automated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 with draft AI Regulation classifications</a:t>
            </a:r>
          </a:p>
          <a:p>
            <a:r>
              <a:t>High-risk AI use cases inventoried</a:t>
            </a:r>
          </a:p>
          <a:p>
            <a:r>
              <a:t>Ethics board to review by Q1 2022 — 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Ethics &amp; Regulation Briefing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