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Board Pack — FY2025 Data &amp; Technology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Owner: CTO — James Obi</a:t>
            </a:r>
          </a:p>
          <a:p>
            <a:r>
              <a:t>Classification: restricted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Investment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 migration: €3.2M</a:t>
            </a:r>
          </a:p>
          <a:p>
            <a:r>
              <a:t>Data Platform: €1.2M</a:t>
            </a:r>
          </a:p>
          <a:p>
            <a:r>
              <a:t>Cyber resilience: €800k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Third-party cyber risk: AMBER</a:t>
            </a:r>
          </a:p>
          <a:p>
            <a:r>
              <a:t>Data quality risk: AMBER (improving)</a:t>
            </a:r>
          </a:p>
          <a:p>
            <a:r>
              <a:t>Regulatory compliance: GREEN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Board Pack — FY2025 Data &amp; Technology Overview</dc:title>
  <dc:subject/>
  <dc:creator>CTO — James Obi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