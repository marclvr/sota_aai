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Data &amp; Analytics Strategy — Q1 2025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Owner: CDO — Fatima Al-Rashid</a:t>
            </a:r>
          </a:p>
          <a:p>
            <a:r>
              <a:t>Classification: internal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Single source of truth by end of 2025</a:t>
            </a:r>
          </a:p>
          <a:p>
            <a:r>
              <a:t>Self-serve analytics for all business units</a:t>
            </a:r>
          </a:p>
          <a:p>
            <a:r>
              <a:t>AI-ready data by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Initiatives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Enterprise Data Platform (Phase 1 live Q3)</a:t>
            </a:r>
          </a:p>
          <a:p>
            <a:r>
              <a:t>CRM Data Contract programme</a:t>
            </a:r>
          </a:p>
          <a:p>
            <a:r>
              <a:t>Data Governance Council launch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quality score: 72% → 90%</a:t>
            </a:r>
          </a:p>
          <a:p>
            <a:r>
              <a:t>Report latency: 48 h → 4 h</a:t>
            </a:r>
          </a:p>
          <a:p>
            <a:r>
              <a:t>Self-serve adoption: 18% → 60%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&amp; Analytics Strategy — Q1 2025</dc:title>
  <dc:subject/>
  <dc:creator>Luca Cesari — Data Governance Office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